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PENCERAMAH (SLAID 1):</a:t>
            </a:r>
          </a:p>
          <a:p>
            <a:r>
              <a:t>Beri salam semangat, panggil adik-adik dengan mesra. Maklumkan bahawa hari ini bukan kuliah bosan, tetapi ekspedisi meneroka dunia masa depan bersama abang &amp; kakak UTM.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PENCERAMAH (SLAID 2):</a:t>
            </a:r>
          </a:p>
          <a:p>
            <a:r>
              <a:t>Perkenalkan setiap peranan secara santai. Tekankan bahawa mahasiswa universiti datang sebagai rakan mentor untuk menyokong impian mereka.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PENCERAMAH (SLAID 3):</a:t>
            </a:r>
          </a:p>
          <a:p>
            <a:r>
              <a:t>Tanya audiens: 'Bila dengar perkataan AI, apa yang terlintas? Terminator?'. Jelaskan AI sebenarnya adalah program matematik yang belajar mengecam corak data manusia.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PENCERAMAH (SLAID 4):</a:t>
            </a:r>
          </a:p>
          <a:p>
            <a:r>
              <a:t>Aktiviti interaktif pentas: Tunjuk gambar anak kucing dan anjing muffin. Minta pelajar angkat tangan teka bagaimana komputer membezakannya.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PENCERAMAH (SLAID 5):</a:t>
            </a:r>
          </a:p>
          <a:p>
            <a:r>
              <a:t>Minta seorang wakil pelajar di Meja 1 sebut nama tempat kegemaran mereka (cth: 'Bukit Persekutuan'). Penceramah taip prompt: 'Tulis pantun 4 kerat tentang semangat anak ASDAF Bukit Persekutuan'. Papar hasil serta-merta.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PENCERAMAH (SLAID 6):</a:t>
            </a:r>
          </a:p>
          <a:p>
            <a:r>
              <a:t>Minta wakil Meja 4 sebutkan gabungan imaginasi liar: 'Harimau Malaya memakai baju sukan UTM bermain bola sepak di angkasa lepas'. Tunjukkan gambar terjana dalam 5 saat! Dewan teruja.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PENCERAMAH (SLAID 7):</a:t>
            </a:r>
          </a:p>
          <a:p>
            <a:r>
              <a:t>Tekankan prinsip integriti: AI bukan untuk menipu kerja rumah, tetapi sebagai guru tuisyen peribadi yang sabar menjawab soalan berulang kali.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PENCERAMAH (SLAID 8):</a:t>
            </a:r>
          </a:p>
          <a:p>
            <a:r>
              <a:t>Motivasi khas: Bakat teknologi tidak mengira anak bandar atau anak asrama pedalaman. Siapa rajin belajar logik dan celik IT, dunia luas menanti biasiswa dan tawaran kerjaya bergaji tinggi.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PENCERAMAH (SLAID 9):</a:t>
            </a:r>
          </a:p>
          <a:p>
            <a:r>
              <a:t>Tanya: 'Siapa pernah terima mesej macam ni?'. Jelaskan ini adalah pancingan data (phishing) yang berniat mencuri akaun dan duit keluarga.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PENCERAMAH (SLAID 10):</a:t>
            </a:r>
          </a:p>
          <a:p>
            <a:r>
              <a:t>Ajak semua dewan sebut beramai-ramai: 'TIDAK PASTI, TIDAK KONGSI, TIDAK KLIK!'. Hafal talian Pusat Respons Scam Kebangsaan 997.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PENCERAMAH (SLAID 11):</a:t>
            </a:r>
          </a:p>
          <a:p>
            <a:r>
              <a:t>Ajar teknik gabung 3 perkataan rawak menjadi ayat rahsia yang mudah diingat pemilik tetapi mustahil diteka oleh penggodam.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PENCERAMAH (SLAID 12):</a:t>
            </a:r>
          </a:p>
          <a:p>
            <a:r>
              <a:t>Peringatan empati: Jaga aib dan maruah diri di TikTok/Instagram. Apa yang dimuat naik hari ini boleh dilihat oleh majikan atau penemuduga universiti 5 tahun lagi.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PENCERAMAH (SLAID 13):</a:t>
            </a:r>
          </a:p>
          <a:p>
            <a:r>
              <a:t>Umumkan aktiviti kemuncak: Meja korang kini adalah syarikat teknologi! Cipta 1 idea inovasi untuk bantu asrama/sekolah 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PENCERAMAH (SLAID 14):</a:t>
            </a:r>
          </a:p>
          <a:p>
            <a:r>
              <a:t>Fasilitator meja bersedia membantu pelajar membahagikan kertas mahjong kepada 4 kuadran ringkas dan menarik.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PENCERAMAH (SLAID 15):</a:t>
            </a:r>
          </a:p>
          <a:p>
            <a:r>
              <a:t>Pemanas suasana kuiz: Tangan atas meja, mata pada skrin! Siapa terpantas dan tepat, terus sapu hadiah di hadapan pentas.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PENCERAMAH (SLAID 16):</a:t>
            </a:r>
          </a:p>
          <a:p>
            <a:r>
              <a:t>Kata-kata penutup inspirasi: 'Korang adalah generasi peneraju teknologi negara. Jangan pernah rasa rendah diri, buktikan kemampuan anak ASDAF!'.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7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12191695" cy="73152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C5A880"/>
                </a:solidFill>
              </a:defRPr>
            </a:pPr>
            <a:r>
              <a:t>PROGRAM KOMUNITI SISWAZAH UTM KL x ASDAF PERKIM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BENGKEL SANTAI NEXTGEN CELIK DIGITAL 2026</a:t>
            </a:r>
          </a:p>
          <a:p>
            <a:pPr>
              <a:defRPr sz="2000" b="1">
                <a:solidFill>
                  <a:srgbClr val="DFBA8E"/>
                </a:solidFill>
              </a:defRPr>
            </a:pPr>
            <a:r>
              <a:t>LITERASI TEKNOLOGI &amp; KECERDASAN BUATAN (AI)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08960"/>
            <a:ext cx="4937760" cy="30175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7A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C5A880"/>
                </a:solidFill>
              </a:defRPr>
            </a:pPr>
            <a:r>
              <a:t>MAKLUMAT SESI SEMINAR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Anjuran: Universiti Teknologi Malaysia (UTM KL) &amp; ASDAF PERKIM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Tarikh: Sabtu, 12 September 2026 (8:30 AM – 12:00 PM)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Penceramah Utama: Muhamad Arif bin Johar (DevOps Engineer | UTM)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Sasaran: 46 Pelajar ASDAF (T1–T5 &amp; PPKI) bersama 13 Kru UTM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108960"/>
            <a:ext cx="4937760" cy="30175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C5A880"/>
                </a:solidFill>
              </a:defRPr>
            </a:pPr>
            <a:r>
              <a:t>OBJEKTIF UTAMA BENGKEL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✔ Membuka minda pelajar mengenai potensi sebenar teknologi dan AI.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✔ Mendedahkan kemahiran keselamatan siber &amp; formula 3T lawan scam.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✔ Membina keyakinan diri melalui amali kertas mahjong &amp; kuiz santai.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✔ Menyemai aspirasi kerjaya digital masa depan untuk anak ASDAF.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5A880"/>
                </a:solidFill>
              </a:defRPr>
            </a:pPr>
            <a:r>
              <a:t>SLAID 02  |  PENGENALAN PASUKAN UTM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Siapakah Kami? Abang &amp; Kakak Fakulti Komputeran UTM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Mengenali Abang &amp; Kakak Mentor Sepanjang Program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7A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C5A880"/>
                </a:solidFill>
              </a:defRPr>
            </a:pPr>
            <a:r>
              <a:t>POIN &amp; KONSEP UTAMA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13 Mahasiswa &amp; Fasilitator Fakulti Komputeran UTM Kuala Lumpur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7 Meja Kluster: Setiap meja dibimbing oleh Abang/Kakak Mentor khusus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Pendekatan Mesra: Pembelajaran santai, tiada tekanan peperiksaan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Sedia Membantu: Bimbingan amali, perbincangan idea &amp; sokongan PPKI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C5A880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DFBA8E"/>
                </a:solidFill>
              </a:defRPr>
            </a:pPr>
            <a:r>
              <a:t>PERANAN ABANG &amp; KAKAK MENTOR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Fasilitator Meja: Memandu sesi ice-breaking dan perbincangan modul.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Mentor Startup Sprint: Membantu lakaran poster 4 Kotak Emas.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Inklusiviti PPKI: Sokongan khusus untuk rakan Pendidikan Khas.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Rakan Inspirasi: Berkongsi tip belajar dan peluang sambung belajar di IPT.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NextGen Celik Digital 2026  •  UTM KL x ASDAF PERKIM  •  Sabtu, 12 September 2026                                                                    Slaid 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5A880"/>
                </a:solidFill>
              </a:defRPr>
            </a:pPr>
            <a:r>
              <a:t>SLAID 03  |  MODUL 1: ASAS AI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Apakah Itu AI Sebenarnya? Robot Jahat atau Pembantu Pintar?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Membezakan Fiksyen Filem vs Realiti Teknologi Sebenar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7A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C5A880"/>
                </a:solidFill>
              </a:defRPr>
            </a:pPr>
            <a:r>
              <a:t>POIN &amp; KONSEP UTAMA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AI BUKAN robot pemusnah atau magik misteri!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AI ialah algoritma komputer yang belajar daripada ribuan data contoh.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AI menganalisis corak (patterns) untuk menyelesaikan tugasan manusia.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Ia berfungsi sebagai 'Pembantu Pintar' yang mempercepatkan kerja kita.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C5A880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DFBA8E"/>
                </a:solidFill>
              </a:defRPr>
            </a:pPr>
            <a:r>
              <a:t>CONTOH AI DI SEKELILING KITA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Google Maps / Waze: Mengira laluan terpantas elak kesesakan jalan.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YouTube / TikTok: Mencadangkan video mengikut minat tontonan anda.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Pengecaman Wajah (Face Unlock): Membuka kunci telefon dengan selamat.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Carian Google: Memahami maksud soalan walaupun tersilap ejaan.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NextGen Celik Digital 2026  •  UTM KL x ASDAF PERKIM  •  Sabtu, 12 September 2026                                                                    Slaid 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5A880"/>
                </a:solidFill>
              </a:defRPr>
            </a:pPr>
            <a:r>
              <a:t>SLAID 04  |  MODUL 1: BAGAIMANA AI BERFIKIR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Bagaimana AI Berfikir? Ujian Mata AI: Kucing vs Anjing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Kecerdasan Mesin: Pembelajaran Melalui Data &amp; Corak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7A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C5A880"/>
                </a:solidFill>
              </a:defRPr>
            </a:pPr>
            <a:r>
              <a:t>POIN &amp; KONSEP UTAMA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Komputer tidak melihat gambar seperti mata manusia.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Komputer menukar gambar menjadi jutaan nombor piksel.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Melalui 10,000+ contoh gambar kucing vs anjing, AI belajar: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  - Bentuk telinga tajam vs telinga labuh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  - Corak misai, hidung, dan tekstur bulu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C5A880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DFBA8E"/>
                </a:solidFill>
              </a:defRPr>
            </a:pPr>
            <a:r>
              <a:t>UJIAN MINDA DEWAN: KUCING VS ANJING MUFFIN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Bolehkah komputer keliru antara muffin coklat dan muka anjing chihuahua?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Ya! Komputer perlukan latihan data yang tepat dan banyak.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Kelebihan Manusia: Kita mempunyai akal, logik, dan empati semula jadi.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AI hebat memproses nombor, tetapi manusia yang memberi arahan bijak!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NextGen Celik Digital 2026  •  UTM KL x ASDAF PERKIM  •  Sabtu, 12 September 2026                                                                    Slaid 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5A880"/>
                </a:solidFill>
              </a:defRPr>
            </a:pPr>
            <a:r>
              <a:t>SLAID 05  |  MODUL 1: DEMO LANGSUNG AI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Demonstrasi Langsung 1: Mengarang Cerita &amp; Pantun Bersama AI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Demonstrasi ChatGPT / Gemini Menjana Kreativiti Bahasa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7A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C5A880"/>
                </a:solidFill>
              </a:defRPr>
            </a:pPr>
            <a:r>
              <a:t>POIN &amp; KONSEP UTAMA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AI Generatif Bahasa: Memahami ayat dan membina respon bermakna.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Eksperimen Dewan: Menjana Pantun Empat Kerat spontan di layar!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Prompt Interaktif: 'Tulis pantun semangat anak ASDAF Bukit Persekutuan'.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Keajaiban Prompting: Ketepatan hasil bergantung kepada arahan kita.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C5A880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DFBA8E"/>
                </a:solidFill>
              </a:defRPr>
            </a:pPr>
            <a:r>
              <a:t>FORMULA PROMPT PINTAR (A-T-G)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A - Andaian Peranan: 'Bertindak sebagai guru sastera kreatif...'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T - Tugasan Jelas: 'Tulis 2 rangkap pantun nasihat belajar rajin...'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G - Gaya &amp; Nada: 'Gunakan bahasa Melayu yang indah dan penuh semangat.'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AI bertindak mengikut konteks yang kita tetapkan!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NextGen Celik Digital 2026  •  UTM KL x ASDAF PERKIM  •  Sabtu, 12 September 2026                                                                    Slaid 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5A880"/>
                </a:solidFill>
              </a:defRPr>
            </a:pPr>
            <a:r>
              <a:t>SLAID 06  |  MODUL 1: DEMO VISUAL AI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Demonstrasi Langsung 2: Imaginasi Visual Menjadi Gambar Digital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Dari Teks Menjadi Seni Digital (Text-to-Image Generation)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7A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C5A880"/>
                </a:solidFill>
              </a:defRPr>
            </a:pPr>
            <a:r>
              <a:t>POIN &amp; KONSEP UTAMA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Canva Magic Media / DALL-E / Bing Image Creator.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Komputer melukis piksel demi piksel berdasarkan huraian perkataan.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Eksperimen Liar Meja: 'Harimau Malaya jersi UTM di stesen angkasa'.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Hasil visual 4K dipaparkan dalam masa kurang 10 saat!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C5A880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DFBA8E"/>
                </a:solidFill>
              </a:defRPr>
            </a:pPr>
            <a:r>
              <a:t>APLIKASI KREATIF SENI AI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Membantu mereka bentuk poster acara dan logo kelab sekolah.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Menghidupkan watak animasi dan komik ciptaan sendiri.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Menzahirkan idea projek sebelum prototaip sebenar dibina.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Peringatan: Gunakan imej AI secara beretika, jangan cipta bahan palsu.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NextGen Celik Digital 2026  •  UTM KL x ASDAF PERKIM  •  Sabtu, 12 September 2026                                                                    Slaid 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5A880"/>
                </a:solidFill>
              </a:defRPr>
            </a:pPr>
            <a:r>
              <a:t>SLAID 07  |  MODUL 1: APLIKASI HARIAN PELAJAR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AI Boleh Bantu Kerja Sekolah: Jadual Belajar &amp; Tutor Peribadi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AI Sebagai Rakan Belajar &amp; Guru Tuisyen Peribadi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7A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C5A880"/>
                </a:solidFill>
              </a:defRPr>
            </a:pPr>
            <a:r>
              <a:t>POIN &amp; KONSEP UTAMA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Menerangkan formula Matematik &amp; Sains yang rumit langkah demi langkah.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Menyemak tatabahasa &amp; kosa kata Bahasa Inggeris / Bahasa Melayu.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Membantu menyusun jadual ulang kaji harian menjelang peperiksaan SPM/PT3.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Menjawab soalan tanpa rasa segan atau takut dimarahi.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C5A880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DFBA8E"/>
                </a:solidFill>
              </a:defRPr>
            </a:pPr>
            <a:r>
              <a:t>INTEGRITI AKADEMIK: AI BUKAN ALAT MENIPU!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GUNAKAN AI UNTUK: Memahami konsep, mencari idea, latihan soalan.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JANGAN GUNA UNTUK: Salin bulat-bulat kerja sekolah tanpa berfikir.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Otak manusia adalah aset paling berharga — latih otak berfikir kritis.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Kejujuran ilmu membawa keberkatan masa depan.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NextGen Celik Digital 2026  •  UTM KL x ASDAF PERKIM  •  Sabtu, 12 September 2026                                                                    Slaid 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5A880"/>
                </a:solidFill>
              </a:defRPr>
            </a:pPr>
            <a:r>
              <a:t>SLAID 08  |  MODUL 1: KERJAYA &amp; MASA DEPAN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Kerjaya Hebat Masa Depan: Di Mana Tempat Anak ASDAF?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Peluang Hebat Bidang Digital Menanti Anak ASDAF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7A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C5A880"/>
                </a:solidFill>
              </a:defRPr>
            </a:pPr>
            <a:r>
              <a:t>POIN &amp; KONSEP UTAMA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Bakat teknologi tidak mengenal latar belakang atau tempat tinggal!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Sesiapa yang mempunyai rasa ingin tahu tinggi boleh berjaya.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Permintaan pasaran kerja terhadap pakar digital semakin melonjak.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Gaji lumayan, fleksibiliti kerja, dan peluang membanggakan keluarga.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C5A880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DFBA8E"/>
                </a:solidFill>
              </a:defRPr>
            </a:pPr>
            <a:r>
              <a:t>5 IKON KERJAYA DIGITAL MASA DEPAN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1. Pereka Permainan Digital (Game Developer &amp; Animator)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2. Jurutera Kecerdasan Buatan (AI &amp; Machine Learning Engineer)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3. Penganalisis Keselamatan Siber (Cyber Security Defender)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4. Jurutera Dron &amp; Robotik Pertanian Pintar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5. Pembangun Aplikasi Web &amp; Cloud DevOps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NextGen Celik Digital 2026  •  UTM KL x ASDAF PERKIM  •  Sabtu, 12 September 2026                                                                    Slaid 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5A880"/>
                </a:solidFill>
              </a:defRPr>
            </a:pPr>
            <a:r>
              <a:t>SLAID 09  |  MODUL 2: KESELAMATAN SIBER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Dunia Gelap Internet: Scam, Phishing &amp; Jerat Media Sosial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Bahaya Scam, Pancingan Data (Phishing) &amp; Perangkap Maya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7A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C5A880"/>
                </a:solidFill>
              </a:defRPr>
            </a:pPr>
            <a:r>
              <a:t>POIN &amp; KONSEP UTAMA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Internet menawarkan ilmu, tetapi ada pemangsa mengintai mangsa.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Scam Kejutan Hadiah: 'Tahniah! Anda menang RM10,000 dari Shopee'.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Phishing Pautan Palsu: Web tiruan menyerupai bank atau media sosial.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Umpan Tawaran Percuma: Topup percuma, diamond game percuma.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C5A880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DFBA8E"/>
                </a:solidFill>
              </a:defRPr>
            </a:pPr>
            <a:r>
              <a:t>TAKTIK LICIK PENJENAYAH SIBER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Mewujudkan rasa cemas: 'Akaun anda akan disekat dalam 5 minit!'.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Mewujudkan sifat tamak: Menjanjikan pulangan wang berganda tanpa usaha.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Menyamar sebagai pihak berkuasa: Polis, mahkamah, LHDN, atau cikgu.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Matlamat mereka: Mencuri nombor OTP, kata laluan, dan data peribadi.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NextGen Celik Digital 2026  •  UTM KL x ASDAF PERKIM  •  Sabtu, 12 September 2026                                                                    Slaid 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5A880"/>
                </a:solidFill>
              </a:defRPr>
            </a:pPr>
            <a:r>
              <a:t>SLAID 10  |  MODUL 2: FORMULA PERTAHANAN DIRI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Formula Emas 3T: Senjata Utama Melawan Scammer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Formula Emas 3T: Senjata Kebal Melawan Scammer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7A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C5A880"/>
                </a:solidFill>
              </a:defRPr>
            </a:pPr>
            <a:r>
              <a:t>POIN &amp; KONSEP UTAMA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T1: TIDAK PASTI — Jangan cepat percaya mesej atau pemanggil misteri.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T2: TIDAK KONGSI — Jangan sesekali beri kata laluan, nombor IC, atau OTP.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T3: TIDAK KLIK — Jangan tekan pautan biru yang mencurigakan di WhatsApp.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Hafal Talian Kecemasan Scam Kebangsaan: 997 (NSRC)!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C5A880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DFBA8E"/>
                </a:solidFill>
              </a:defRPr>
            </a:pPr>
            <a:r>
              <a:t>TINDAKAN PANTAS JIKA TERKENA SCAM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1. Jangan panik — bertenang dan maklumkan segera kepada warden/guru.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2. Hubungi talian 997 NSRC (Pusat Respons Scam Kebangsaan) dalam 24 jam.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3. Tukar semua kata laluan akaun media sosial dan e-mel serta-merta.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4. Buat laporan polis bersama penjaga untuk tindakan pembekuan akaun.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NextGen Celik Digital 2026  •  UTM KL x ASDAF PERKIM  •  Sabtu, 12 September 2026                                                                    Slaid 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5A880"/>
                </a:solidFill>
              </a:defRPr>
            </a:pPr>
            <a:r>
              <a:t>SLAID 11  |  MODUL 2: KESELAMATAN AKAUN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Rahsia Kata Laluan Kebal: Password vs Passphrase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Rahsia Kata Laluan Kebal: Password vs Passphrase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7A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C5A880"/>
                </a:solidFill>
              </a:defRPr>
            </a:pPr>
            <a:r>
              <a:t>POIN &amp; KONSEP UTAMA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Kata Laluan Lemah: 'kucing123', 'asdaf2026', '12345678', tarikh lahir.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Penggodam boleh memecahkan kata laluan lemah dalam masa kurang 3 saat!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Konsep Passphrase: Gabungkan 3-4 perkataan rawak menjadi satu frasa.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Contoh: 'HarimauLompatPagar99!' — Ambil masa 10,000 tahun untuk dipecah!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C5A880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DFBA8E"/>
                </a:solidFill>
              </a:defRPr>
            </a:pPr>
            <a:r>
              <a:t>4 PANTANG LARANG KATA LALUAN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1. Jangan guna kata laluan yang sama untuk semua akaun.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2. Jangan simpan kata laluan di dalam kertas terbuka atau chat WhatsApp.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3. Aktifkan Pengesahan 2-Faktor (2FA) di Instagram, TikTok, dan Google.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4. Log keluar (Log Out) akaun jika menggunakan komputer sekolah/makmal.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NextGen Celik Digital 2026  •  UTM KL x ASDAF PERKIM  •  Sabtu, 12 September 2026                                                                    Slaid 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5A880"/>
                </a:solidFill>
              </a:defRPr>
            </a:pPr>
            <a:r>
              <a:t>SLAID 12  |  MODUL 2: ETIKA &amp; REPUTASI DIGITAL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Jejak Digital &amp; Maruah Diri: Internet Tidak Pernah Lupa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Jejak Digital (Digital Footprint): Internet Tidak Pernah Lupa!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7A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C5A880"/>
                </a:solidFill>
              </a:defRPr>
            </a:pPr>
            <a:r>
              <a:t>POIN &amp; KONSEP UTAMA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Setiap gambar, komen, carian, dan muat naik meninggalkan jejak kekal.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Walaupun dipadam (delete), orang lain mungkin sudah mengambil screenshot.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Jejak digital membentuk reputasi anda di mata masyarakat dan majikan.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Komen toksik &amp; buli siber boleh memusnahkan masa depan orang lain dan diri sendiri.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C5A880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DFBA8E"/>
                </a:solidFill>
              </a:defRPr>
            </a:pPr>
            <a:r>
              <a:t>PRINSIP EMAS SEBELUM MENEKAN 'POST' (T-H-I-N-K)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T - Benarkah maklumat ini? (True)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H - Adakah ia membantu orang lain? (Helpful)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I - Adakah ia memberi inspirasi? (Inspiring)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N - Adakah ia benar-benar perlu dikongsi? (Necessary)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K - Adakah ayat ini baik dan berbudi bahasa? (Kind)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NextGen Celik Digital 2026  •  UTM KL x ASDAF PERKIM  •  Sabtu, 12 September 2026                                                                    Slaid 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5A880"/>
                </a:solidFill>
              </a:defRPr>
            </a:pPr>
            <a:r>
              <a:t>SLAID 13  |  MODUL 2: AMALI MEJA KLUSTER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Masa untuk Menjadi Pencipta: Bengkel Startup Sprint Kertas Mahjong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Bengkel Startup Sprint: Menjadi Pencipta Inovasi Teknologi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7A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C5A880"/>
                </a:solidFill>
              </a:defRPr>
            </a:pPr>
            <a:r>
              <a:t>POIN &amp; KONSEP UTAMA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7 Meja Kluster bertukar menjadi 7 'Syarikat Pemula Teknologi' (Startups)!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Bahan Disediakan: Kertas mahjong, marker pelbagai warna, sticky notes.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Misi Meja: Cipta 1 idea penyelesaian berasaskan teknologi/AI untuk ASDAF.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Kolaborasi: Pelajar T1–T5 dan rakan PPKI berganding bahu menghasilkan idea.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C5A880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DFBA8E"/>
                </a:solidFill>
              </a:defRPr>
            </a:pPr>
            <a:r>
              <a:t>CONTOH TEMA IDEA INOVASI MEJA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Meja 1 &amp; 2: 'Sistem Pengesan Makanan Membazir Pintar di Dewan Makan'.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Meja 3 &amp; 4: 'AI Jadual Ulang Kaji &amp; Peringatan Waktu Solat Asrama'.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Meja 5 &amp; 6: 'Aplikasi Pustakawan Digital Pintar ASDAF'.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Meja 7: 'Sistem Keselamatan Pagar Asrama Menggunakan Pengecaman AI'.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NextGen Celik Digital 2026  •  UTM KL x ASDAF PERKIM  •  Sabtu, 12 September 2026                                                                    Slaid 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5A880"/>
                </a:solidFill>
              </a:defRPr>
            </a:pPr>
            <a:r>
              <a:t>SLAID 14  |  MODUL 2: PANDUAN PEMBENTANGAN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Format Pembentangan Poster: 4 Kotak Emas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Format Kertas Mahjong: 4 Kotak Emas Inovasi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7A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C5A880"/>
                </a:solidFill>
              </a:defRPr>
            </a:pPr>
            <a:r>
              <a:t>POIN &amp; KONSEP UTAMA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Bahagikan kertas mahjong kepada 4 ruangan yang jelas dan berwarna-warni.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Lukis logo syarikat dan guna kata kunci ringkas (bullet points).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Setiap meja memilih 2 orang jurucakap untuk membentang di hadapan dewan.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Masa Pitching: 2 Minit setiap meja — padat, meyakinkan dan bertenaga!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C5A880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DFBA8E"/>
                </a:solidFill>
              </a:defRPr>
            </a:pPr>
            <a:r>
              <a:t>STRUKTUR 4 KOTAK EMAS PADA POSTER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Kotak 1: Nama Inovasi &amp; Ciptaan Logo Kumpulan.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Kotak 2: Masalah Sebenar Yang Dihadapi di Asrama / Sekolah.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Kotak 3: Cara Inovasi AI Berfungsi (Rajah aliran ringkas).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Kotak 4: Kebaikan &amp; Impak Positif Kepada Rakan-Rakan ASDAF.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NextGen Celik Digital 2026  •  UTM KL x ASDAF PERKIM  •  Sabtu, 12 September 2026                                                                    Slaid 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5A880"/>
                </a:solidFill>
              </a:defRPr>
            </a:pPr>
            <a:r>
              <a:t>SLAID 15  |  CABARAN INTERAKTIF DEWAN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Bersiap Sedia: Fast-Answer Tech Showdown Kuiz Pantas!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Fast-Answer Tech Showdown: Kuiz Pantas Tanpa Gajet!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7A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C5A880"/>
                </a:solidFill>
              </a:defRPr>
            </a:pPr>
            <a:r>
              <a:t>POIN &amp; KONSEP UTAMA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Mekanik Sifar Gajet (Zero-Device): Tiada telefon pintar diperlukan!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Soalan dipaparkan di layar skrin dewan secara bergilir-gilir.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Mekanik Pantas: '3... 2... 1... ANGKAT TANGAN!'.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Kategori Hadiah: Hamper Kumpulan, Hadiah Misteri Individu &amp; Snek Ceria.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C5A880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DFBA8E"/>
                </a:solidFill>
              </a:defRPr>
            </a:pPr>
            <a:r>
              <a:t>5 SOALAN KUIZ HANGAT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S1: AI bermaksud... (Jawapan: Artificial Intelligence / Kecerdasan Buatan)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S2: Mesej 'Menang RM10,000 dari Shopee' dinamakan... (Jawapan: Scam / Phishing)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S3: Formula 3T keselamatan siber... (Jawapan: Tidak Pasti, Tidak Kongsi, Tidak Klik)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S4: Kata laluan paling selamat... (Jawapan: Passphrase gabungan perkataan)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S5: Talian kecemasan scam NSRC... (Jawapan: 997)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NextGen Celik Digital 2026  •  UTM KL x ASDAF PERKIM  •  Sabtu, 12 September 2026                                                                    Slaid 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5A880"/>
                </a:solidFill>
              </a:defRPr>
            </a:pPr>
            <a:r>
              <a:t>SLAID 16  |  SESI PENUTUP &amp; PENGHARGAAN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Masa Depan Bermula Hari Ini! Terima Kasih ASDAF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Masa Depan Bermula Hari Ini: Terima Kasih Warga ASDAF PERKIM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7A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C5A880"/>
                </a:solidFill>
              </a:defRPr>
            </a:pPr>
            <a:r>
              <a:t>POIN &amp; KONSEP UTAMA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Pengisian Borang Soal Selidik Pasca-Program (Bahagian 2 &amp; Komen).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Penyampaian Hadiah Juara Startup Sprint &amp; Pemenang Kuiz Dewan.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Penyerahan Cenderamata Rasmi UTM kepada Pengurusan ASDAF.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</a:defRPr>
            </a:pPr>
            <a:r>
              <a:t>• Sesi Jamuan Makan Tengah Hari &amp; Bergambar Kenangan Bersama.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C5A880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DFBA8E"/>
                </a:solidFill>
              </a:defRPr>
            </a:pPr>
            <a:r>
              <a:t>MESEJ INSPIRASI ABANG &amp; KAKAK UTM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“Anak-anak ASDAF adalah generasi peneraju masa hadapan negara.”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“Jangan pernah biarkan keterbatasan hari ini menghalang cita-cita besar.”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“Kuasai teknologi, pelihara adab, dan terus melangkah dengan yakin!”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✔ Jumpa lagi di menara gading Universiti Teknologi Malaysia!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NextGen Celik Digital 2026  •  UTM KL x ASDAF PERKIM  •  Sabtu, 12 September 2026                                                                    Slaid 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